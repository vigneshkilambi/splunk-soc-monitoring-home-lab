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-1469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226337" y="144856"/>
            <a:ext cx="8673219" cy="6576620"/>
          </a:xfrm>
          <a:prstGeom prst="rect">
            <a:avLst/>
          </a:prstGeom>
          <a:noFill/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2590801" y="3009900"/>
            <a:ext cx="3759199" cy="1752600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By  </a:t>
            </a:r>
            <a:r>
              <a:rPr b="1" smtClean="0"/>
              <a:t>Vignesh </a:t>
            </a:r>
            <a:r>
              <a:rPr b="1"/>
              <a:t>Kilambi</a:t>
            </a:r>
          </a:p>
          <a:p>
            <a:pPr>
              <a:buNone/>
            </a:pPr>
            <a:r>
              <a:t>Aspiring SOC Analyst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03200" y="792798"/>
            <a:ext cx="8615680" cy="1798002"/>
          </a:xfrm>
        </p:spPr>
        <p:txBody>
          <a:bodyPr/>
          <a:lstStyle/>
          <a:p>
            <a:r>
              <a:rPr b="1"/>
              <a:t>Splunk SOC Monitoring Home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363407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SOC Monitoring Dashboard (Splunk)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32138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t>Dashboard built in Splunk to monitor security events including failed logins, </a:t>
            </a:r>
            <a:r>
              <a:rPr/>
              <a:t>network </a:t>
            </a:r>
            <a:endParaRPr lang="en-US" dirty="0" smtClean="0"/>
          </a:p>
          <a:p>
            <a:r>
              <a:rPr smtClean="0"/>
              <a:t>connections</a:t>
            </a:r>
            <a:r>
              <a:t>, process execution, and suspicious PowerShell activity.</a:t>
            </a:r>
          </a:p>
        </p:txBody>
      </p:sp>
      <p:pic>
        <p:nvPicPr>
          <p:cNvPr id="5" name="Picture 4" descr="Screenshot 2026-03-14 1208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8229600" cy="41319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455663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File Creation Monitoring - Sysmon Event ID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55176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t>Monitoring file creation events using Sysmon to detect suspicious file drops </a:t>
            </a:r>
            <a:r>
              <a:rPr/>
              <a:t>or </a:t>
            </a:r>
            <a:r>
              <a:rPr smtClean="0"/>
              <a:t>malware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smtClean="0"/>
              <a:t>   </a:t>
            </a:r>
            <a:r>
              <a:rPr smtClean="0"/>
              <a:t>activity </a:t>
            </a:r>
            <a:r>
              <a:t>on endpoints.</a:t>
            </a:r>
          </a:p>
        </p:txBody>
      </p:sp>
      <p:pic>
        <p:nvPicPr>
          <p:cNvPr id="5" name="Picture 4" descr="Screenshot 2026-03-14 121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8229600" cy="290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366023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PowerShell Activity Detection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26476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t>Splunk SPL query used to detect PowerShell execution activity from Sysmon </a:t>
            </a:r>
            <a:r>
              <a:rPr/>
              <a:t>process </a:t>
            </a:r>
            <a:endParaRPr lang="en-US" dirty="0" smtClean="0"/>
          </a:p>
          <a:p>
            <a:r>
              <a:rPr smtClean="0"/>
              <a:t>creation </a:t>
            </a:r>
            <a:r>
              <a:t>events.</a:t>
            </a:r>
          </a:p>
        </p:txBody>
      </p:sp>
      <p:pic>
        <p:nvPicPr>
          <p:cNvPr id="5" name="Picture 4" descr="Screenshot 2026-03-14 1219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8229600" cy="39632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274320"/>
            <a:ext cx="307026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Sysmon Log Analysis in Splunk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857561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Ø"/>
            </a:pPr>
            <a:r>
              <a:t>Raw Sysmon event logs ingested into Splunk for analysis of endpoint activity and </a:t>
            </a:r>
            <a:r>
              <a:rPr/>
              <a:t>threat </a:t>
            </a:r>
            <a:endParaRPr lang="en-US" dirty="0" smtClean="0"/>
          </a:p>
          <a:p>
            <a:r>
              <a:rPr smtClean="0"/>
              <a:t>detection</a:t>
            </a:r>
            <a:r>
              <a:t>.</a:t>
            </a:r>
          </a:p>
        </p:txBody>
      </p:sp>
      <p:pic>
        <p:nvPicPr>
          <p:cNvPr id="5" name="Picture 4" descr="Screenshot 2026-03-14 1221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8229600" cy="39090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106</Words>
  <Application>Microsoft Macintosh PowerPoint</Application>
  <PresentationFormat>On-screen Show (4:3)</PresentationFormat>
  <Paragraphs>15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Splunk SOC Monitoring Home Lab</vt:lpstr>
      <vt:lpstr>Slide 2</vt:lpstr>
      <vt:lpstr>Slide 3</vt:lpstr>
      <vt:lpstr>Slide 4</vt:lpstr>
      <vt:lpstr>Slide 5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Splunk SOC Monitoring Home Lab</dc:title>
  <dc:creator>RUDHRA</dc:creator>
  <dc:description>generated using python-pptx</dc:description>
  <cp:lastModifiedBy>LENOVO</cp:lastModifiedBy>
  <cp:revision>3</cp:revision>
  <dcterms:created xsi:type="dcterms:W3CDTF">2013-01-27T09:14:16Z</dcterms:created>
  <dcterms:modified xsi:type="dcterms:W3CDTF">2026-03-14T11:34:38Z</dcterms:modified>
</cp:coreProperties>
</file>